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-1440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7B3C7-DA53-4ADD-94FA-2EE8AC0B5E21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EB226-0C46-413B-BBDF-CA3AF268D3E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FEB226-0C46-413B-BBDF-CA3AF268D3E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D0C2A-6827-4FAA-A2EA-BE60B9CB62D0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BF221-93DC-47CA-9C21-1D659CBAA87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audio" Target="../media/audio1.wav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0.jpeg"/><Relationship Id="rId5" Type="http://schemas.openxmlformats.org/officeDocument/2006/relationships/image" Target="../media/image13.png"/><Relationship Id="rId15" Type="http://schemas.openxmlformats.org/officeDocument/2006/relationships/image" Target="../media/image22.jpeg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14.png"/><Relationship Id="rId1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Users\Acer\Downloads\Button-removebg-previ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80465" y="340763"/>
            <a:ext cx="1263535" cy="1263535"/>
          </a:xfrm>
          <a:prstGeom prst="rect">
            <a:avLst/>
          </a:prstGeom>
          <a:noFill/>
        </p:spPr>
      </p:pic>
      <p:pic>
        <p:nvPicPr>
          <p:cNvPr id="5" name="Picture 4" descr="e1df5a15-0265-49ca-9824-b0d17562ff1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800000">
            <a:off x="3057637" y="2759825"/>
            <a:ext cx="2566726" cy="1414265"/>
          </a:xfrm>
          <a:prstGeom prst="rect">
            <a:avLst/>
          </a:prstGeom>
        </p:spPr>
      </p:pic>
      <p:pic>
        <p:nvPicPr>
          <p:cNvPr id="7" name="Picture 6" descr="HC-SR04-Ultrasonic-Sensor-Module-Distance-Measurement-Component-Part-Front-removebg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826327" y="4843462"/>
            <a:ext cx="3113680" cy="1753198"/>
          </a:xfrm>
          <a:prstGeom prst="rect">
            <a:avLst/>
          </a:prstGeom>
        </p:spPr>
      </p:pic>
      <p:pic>
        <p:nvPicPr>
          <p:cNvPr id="8" name="Picture 7" descr="download (1)-fotor-bg-remover-20260418853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0" y="4236114"/>
            <a:ext cx="2143125" cy="2143125"/>
          </a:xfrm>
          <a:prstGeom prst="rect">
            <a:avLst/>
          </a:prstGeom>
        </p:spPr>
      </p:pic>
      <p:pic>
        <p:nvPicPr>
          <p:cNvPr id="9" name="Picture 8" descr="images__4_-removebg-pre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282633" y="2607338"/>
            <a:ext cx="2619375" cy="1743075"/>
          </a:xfrm>
          <a:prstGeom prst="rect">
            <a:avLst/>
          </a:prstGeom>
        </p:spPr>
      </p:pic>
      <p:pic>
        <p:nvPicPr>
          <p:cNvPr id="11" name="Picture 10" descr="download__6_-removebg-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5730239" y="4292139"/>
            <a:ext cx="1427018" cy="1427018"/>
          </a:xfrm>
          <a:prstGeom prst="rect">
            <a:avLst/>
          </a:prstGeom>
        </p:spPr>
      </p:pic>
      <p:sp>
        <p:nvSpPr>
          <p:cNvPr id="13" name="Left-Right Arrow 12"/>
          <p:cNvSpPr/>
          <p:nvPr/>
        </p:nvSpPr>
        <p:spPr>
          <a:xfrm>
            <a:off x="1828802" y="3408218"/>
            <a:ext cx="914400" cy="26600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-Down Arrow 13"/>
          <p:cNvSpPr/>
          <p:nvPr/>
        </p:nvSpPr>
        <p:spPr>
          <a:xfrm>
            <a:off x="4339244" y="4189614"/>
            <a:ext cx="199505" cy="86452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-Right-Up Arrow 14"/>
          <p:cNvSpPr/>
          <p:nvPr/>
        </p:nvSpPr>
        <p:spPr>
          <a:xfrm>
            <a:off x="5752409" y="2942704"/>
            <a:ext cx="1878675" cy="581893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395855" y="1496291"/>
            <a:ext cx="166254" cy="6982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>
            <a:off x="931026" y="4139739"/>
            <a:ext cx="266007" cy="6483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1" name="Picture 7" descr="C:\Users\Acer\Desktop\Huge data\FYP Work\download (2)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603771" y="998881"/>
            <a:ext cx="1117860" cy="597163"/>
          </a:xfrm>
          <a:prstGeom prst="rect">
            <a:avLst/>
          </a:prstGeom>
          <a:noFill/>
        </p:spPr>
      </p:pic>
      <p:sp>
        <p:nvSpPr>
          <p:cNvPr id="27" name="Bent-Up Arrow 26"/>
          <p:cNvSpPr/>
          <p:nvPr/>
        </p:nvSpPr>
        <p:spPr>
          <a:xfrm rot="5400000">
            <a:off x="5133109" y="4384965"/>
            <a:ext cx="856209" cy="48213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517177" y="5669279"/>
            <a:ext cx="1313412" cy="923330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US" dirty="0" smtClean="0"/>
              <a:t>Buzzer Secondary Output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7897092" y="4256116"/>
            <a:ext cx="864524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Power  Bank</a:t>
            </a:r>
            <a:endParaRPr lang="en-US" b="1" dirty="0"/>
          </a:p>
        </p:txBody>
      </p:sp>
      <p:sp>
        <p:nvSpPr>
          <p:cNvPr id="31" name="Left-Right Arrow 30"/>
          <p:cNvSpPr/>
          <p:nvPr/>
        </p:nvSpPr>
        <p:spPr>
          <a:xfrm>
            <a:off x="2360815" y="1147157"/>
            <a:ext cx="964276" cy="28263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Left-Right Arrow 31"/>
          <p:cNvSpPr/>
          <p:nvPr/>
        </p:nvSpPr>
        <p:spPr>
          <a:xfrm>
            <a:off x="4824154" y="1183178"/>
            <a:ext cx="964276" cy="28263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8013469" y="0"/>
            <a:ext cx="897774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Button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926080" y="6384176"/>
            <a:ext cx="354122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Ultrasonic Sensor Secondary Input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643447" y="232756"/>
            <a:ext cx="2626822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ESP32-CAM Frame Processing in Laptop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3225338" y="1945178"/>
            <a:ext cx="24771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ESP32 Handle stream  Detection </a:t>
            </a:r>
            <a:r>
              <a:rPr lang="en-US" dirty="0" smtClean="0"/>
              <a:t>Result 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465513" y="6211669"/>
            <a:ext cx="1030778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Primary output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6101543" y="199505"/>
            <a:ext cx="167917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Primary input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562793" y="4239491"/>
            <a:ext cx="1113905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DF Player Mini Play Voices</a:t>
            </a:r>
            <a:endParaRPr lang="en-US" dirty="0"/>
          </a:p>
        </p:txBody>
      </p:sp>
      <p:pic>
        <p:nvPicPr>
          <p:cNvPr id="44" name="Picture 43" descr="images__10_-removebg-preview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132909" y="2446713"/>
            <a:ext cx="862445" cy="930322"/>
          </a:xfrm>
          <a:prstGeom prst="rect">
            <a:avLst/>
          </a:prstGeom>
        </p:spPr>
      </p:pic>
      <p:pic>
        <p:nvPicPr>
          <p:cNvPr id="36" name="Picture 35" descr="images (3)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7315200" y="2182091"/>
            <a:ext cx="1828800" cy="1828800"/>
          </a:xfrm>
          <a:prstGeom prst="rect">
            <a:avLst/>
          </a:prstGeom>
        </p:spPr>
      </p:pic>
      <p:pic>
        <p:nvPicPr>
          <p:cNvPr id="42" name="Picture 41" descr="images (2)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0473" y="0"/>
            <a:ext cx="1266912" cy="1047404"/>
          </a:xfrm>
          <a:prstGeom prst="rect">
            <a:avLst/>
          </a:prstGeom>
        </p:spPr>
      </p:pic>
      <p:pic>
        <p:nvPicPr>
          <p:cNvPr id="46" name="Picture 45" descr="download.jfi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4751" y="694893"/>
            <a:ext cx="1965180" cy="1965180"/>
          </a:xfrm>
          <a:prstGeom prst="rect">
            <a:avLst/>
          </a:prstGeom>
        </p:spPr>
      </p:pic>
      <p:pic>
        <p:nvPicPr>
          <p:cNvPr id="47" name="Picture 46" descr="downloa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2143125" cy="2143125"/>
          </a:xfrm>
          <a:prstGeom prst="rect">
            <a:avLst/>
          </a:prstGeom>
        </p:spPr>
      </p:pic>
      <p:pic>
        <p:nvPicPr>
          <p:cNvPr id="39" name="Picture 38" descr="ChatGPT Image May 1, 2026, 04_51_50 PM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32513" y="347912"/>
            <a:ext cx="1496288" cy="960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 rot="16200000">
            <a:off x="3973486" y="2743202"/>
            <a:ext cx="1280160" cy="17456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3826626" y="385157"/>
            <a:ext cx="1280160" cy="17456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198822" y="2477192"/>
            <a:ext cx="1413164" cy="17124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ction Button: Sound 4">
            <a:hlinkClick r:id="" action="ppaction://noaction" highlightClick="1">
              <a:snd r:embed="rId2" name="applause.wav" builtIn="1"/>
            </a:hlinkClick>
          </p:cNvPr>
          <p:cNvSpPr/>
          <p:nvPr/>
        </p:nvSpPr>
        <p:spPr>
          <a:xfrm>
            <a:off x="931026" y="5569527"/>
            <a:ext cx="482138" cy="365760"/>
          </a:xfrm>
          <a:prstGeom prst="actionButtonSound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 rot="16200000">
            <a:off x="767543" y="3128357"/>
            <a:ext cx="728748" cy="10612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Movie 6">
            <a:hlinkClick r:id="" action="ppaction://noaction" highlightClick="1"/>
          </p:cNvPr>
          <p:cNvSpPr/>
          <p:nvPr/>
        </p:nvSpPr>
        <p:spPr>
          <a:xfrm>
            <a:off x="4239491" y="1097279"/>
            <a:ext cx="465513" cy="515389"/>
          </a:xfrm>
          <a:prstGeom prst="actionButtonMovi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AutoShape 2" descr="Wi Fi Hotspot Icon Flat Design Butt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Wi Fi Hotspot Icon Flat Design Butt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75" y="262629"/>
            <a:ext cx="2143125" cy="2143125"/>
          </a:xfrm>
          <a:prstGeom prst="rect">
            <a:avLst/>
          </a:prstGeom>
        </p:spPr>
      </p:pic>
      <p:pic>
        <p:nvPicPr>
          <p:cNvPr id="13" name="Picture 12" descr="images 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478" y="249383"/>
            <a:ext cx="1596044" cy="15960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2782579-1bceb700-3c4a-11ea-8157-d8394b9849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357" y="1866900"/>
            <a:ext cx="3384918" cy="2964260"/>
          </a:xfrm>
          <a:prstGeom prst="rect">
            <a:avLst/>
          </a:prstGeom>
        </p:spPr>
      </p:pic>
      <p:pic>
        <p:nvPicPr>
          <p:cNvPr id="4" name="Picture 3" descr="download (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719" y="2263055"/>
            <a:ext cx="2786148" cy="2225819"/>
          </a:xfrm>
          <a:prstGeom prst="rect">
            <a:avLst/>
          </a:prstGeom>
        </p:spPr>
      </p:pic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629" y="0"/>
            <a:ext cx="2143125" cy="2143125"/>
          </a:xfrm>
          <a:prstGeom prst="rect">
            <a:avLst/>
          </a:prstGeom>
        </p:spPr>
      </p:pic>
      <p:pic>
        <p:nvPicPr>
          <p:cNvPr id="6" name="Picture 5" descr="images (2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8049" y="997528"/>
            <a:ext cx="1413163" cy="1413163"/>
          </a:xfrm>
          <a:prstGeom prst="rect">
            <a:avLst/>
          </a:prstGeom>
        </p:spPr>
      </p:pic>
      <p:pic>
        <p:nvPicPr>
          <p:cNvPr id="8" name="Picture 7" descr="ops23_project5_dfplayermini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400000">
            <a:off x="388480" y="3764695"/>
            <a:ext cx="1150343" cy="1195785"/>
          </a:xfrm>
          <a:prstGeom prst="rect">
            <a:avLst/>
          </a:prstGeom>
        </p:spPr>
      </p:pic>
      <p:pic>
        <p:nvPicPr>
          <p:cNvPr id="11" name="Picture 10" descr="images.jf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945178"/>
            <a:ext cx="1695797" cy="1695797"/>
          </a:xfrm>
          <a:prstGeom prst="rect">
            <a:avLst/>
          </a:prstGeom>
        </p:spPr>
      </p:pic>
      <p:pic>
        <p:nvPicPr>
          <p:cNvPr id="12" name="Picture 11" descr="ChatGPT Image May 1, 2026, 04_51_50 PM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729051" y="364537"/>
            <a:ext cx="1496288" cy="960772"/>
          </a:xfrm>
          <a:prstGeom prst="rect">
            <a:avLst/>
          </a:prstGeom>
        </p:spPr>
      </p:pic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3207325" y="5104013"/>
            <a:ext cx="2131263" cy="1163782"/>
          </a:xfrm>
          <a:prstGeom prst="rect">
            <a:avLst/>
          </a:prstGeom>
        </p:spPr>
      </p:pic>
      <p:pic>
        <p:nvPicPr>
          <p:cNvPr id="15" name="Picture 14" descr="images.jf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0" y="336666"/>
            <a:ext cx="182880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65076" y="0"/>
            <a:ext cx="146304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Initialization</a:t>
            </a:r>
            <a:endParaRPr lang="en-US" b="1" dirty="0"/>
          </a:p>
        </p:txBody>
      </p:sp>
      <p:pic>
        <p:nvPicPr>
          <p:cNvPr id="76" name="Picture 75" descr="download (2)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4100" y="490270"/>
            <a:ext cx="1447517" cy="773266"/>
          </a:xfrm>
          <a:prstGeom prst="rect">
            <a:avLst/>
          </a:prstGeom>
        </p:spPr>
      </p:pic>
      <p:sp>
        <p:nvSpPr>
          <p:cNvPr id="77" name="Action Button: Sound 76">
            <a:hlinkClick r:id="" action="ppaction://noaction" highlightClick="1">
              <a:snd r:embed="rId13" name="applause.wav" builtIn="1"/>
            </a:hlinkClick>
          </p:cNvPr>
          <p:cNvSpPr/>
          <p:nvPr/>
        </p:nvSpPr>
        <p:spPr>
          <a:xfrm rot="5400000">
            <a:off x="540327" y="5428210"/>
            <a:ext cx="798022" cy="914400"/>
          </a:xfrm>
          <a:prstGeom prst="actionButtonSoun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82" descr="download (6).jfi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0800000">
            <a:off x="6367549" y="5145967"/>
            <a:ext cx="1426542" cy="1426542"/>
          </a:xfrm>
          <a:prstGeom prst="rect">
            <a:avLst/>
          </a:prstGeom>
        </p:spPr>
      </p:pic>
      <p:sp>
        <p:nvSpPr>
          <p:cNvPr id="84" name="Up-Down Arrow 83"/>
          <p:cNvSpPr/>
          <p:nvPr/>
        </p:nvSpPr>
        <p:spPr>
          <a:xfrm>
            <a:off x="4123112" y="4372495"/>
            <a:ext cx="332510" cy="69826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Quad Arrow 84"/>
          <p:cNvSpPr/>
          <p:nvPr/>
        </p:nvSpPr>
        <p:spPr>
          <a:xfrm>
            <a:off x="3507971" y="1562792"/>
            <a:ext cx="1479665" cy="548640"/>
          </a:xfrm>
          <a:prstGeom prst="quad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Left-Up Arrow 85"/>
          <p:cNvSpPr/>
          <p:nvPr/>
        </p:nvSpPr>
        <p:spPr>
          <a:xfrm>
            <a:off x="1546168" y="2111432"/>
            <a:ext cx="565265" cy="748146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Left-Up Arrow 86"/>
          <p:cNvSpPr/>
          <p:nvPr/>
        </p:nvSpPr>
        <p:spPr>
          <a:xfrm>
            <a:off x="1662545" y="4289367"/>
            <a:ext cx="1961804" cy="515389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419896" y="4139738"/>
            <a:ext cx="1645921" cy="10474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ESP32  Handle Streaming output</a:t>
            </a:r>
          </a:p>
          <a:p>
            <a:pPr algn="ctr"/>
            <a:endParaRPr lang="en-US" dirty="0"/>
          </a:p>
        </p:txBody>
      </p:sp>
      <p:sp>
        <p:nvSpPr>
          <p:cNvPr id="91" name="Rounded Rectangle 90"/>
          <p:cNvSpPr/>
          <p:nvPr/>
        </p:nvSpPr>
        <p:spPr>
          <a:xfrm>
            <a:off x="7930342" y="3225338"/>
            <a:ext cx="1213657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Common</a:t>
            </a:r>
          </a:p>
          <a:p>
            <a:pPr algn="ctr"/>
            <a:r>
              <a:rPr lang="en-US" dirty="0" smtClean="0"/>
              <a:t>Power</a:t>
            </a:r>
            <a:endParaRPr lang="en-US" dirty="0"/>
          </a:p>
        </p:txBody>
      </p:sp>
      <p:sp>
        <p:nvSpPr>
          <p:cNvPr id="92" name="Rounded Rectangle 91"/>
          <p:cNvSpPr/>
          <p:nvPr/>
        </p:nvSpPr>
        <p:spPr>
          <a:xfrm>
            <a:off x="1612669" y="5536276"/>
            <a:ext cx="1163782" cy="71489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Primary Output</a:t>
            </a:r>
          </a:p>
          <a:p>
            <a:pPr algn="ctr"/>
            <a:endParaRPr lang="en-US" dirty="0"/>
          </a:p>
        </p:txBody>
      </p:sp>
      <p:sp>
        <p:nvSpPr>
          <p:cNvPr id="93" name="Down Arrow 92"/>
          <p:cNvSpPr/>
          <p:nvPr/>
        </p:nvSpPr>
        <p:spPr>
          <a:xfrm>
            <a:off x="748145" y="5020887"/>
            <a:ext cx="149630" cy="2826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/>
          <p:cNvSpPr/>
          <p:nvPr/>
        </p:nvSpPr>
        <p:spPr>
          <a:xfrm>
            <a:off x="1" y="249382"/>
            <a:ext cx="1429788" cy="12967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Streaming Processing</a:t>
            </a:r>
            <a:endParaRPr lang="en-US" dirty="0"/>
          </a:p>
        </p:txBody>
      </p:sp>
      <p:cxnSp>
        <p:nvCxnSpPr>
          <p:cNvPr id="96" name="Elbow Connector 95"/>
          <p:cNvCxnSpPr/>
          <p:nvPr/>
        </p:nvCxnSpPr>
        <p:spPr>
          <a:xfrm>
            <a:off x="5087389" y="4206240"/>
            <a:ext cx="1596044" cy="133003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7664335" y="5519651"/>
            <a:ext cx="1479665" cy="814647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Secondary Output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441469" y="6483927"/>
            <a:ext cx="1928553" cy="369332"/>
          </a:xfrm>
          <a:prstGeom prst="rect">
            <a:avLst/>
          </a:prstGeom>
          <a:blipFill>
            <a:blip r:embed="rId15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Secondary Input</a:t>
            </a:r>
            <a:endParaRPr lang="en-US" b="1" dirty="0"/>
          </a:p>
        </p:txBody>
      </p:sp>
      <p:sp>
        <p:nvSpPr>
          <p:cNvPr id="99" name="Left Arrow 98"/>
          <p:cNvSpPr/>
          <p:nvPr/>
        </p:nvSpPr>
        <p:spPr>
          <a:xfrm>
            <a:off x="6035040" y="3075709"/>
            <a:ext cx="615142" cy="31588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45</Words>
  <Application>Microsoft Office PowerPoint</Application>
  <PresentationFormat>On-screen Show (4:3)</PresentationFormat>
  <Paragraphs>18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 Amir Mushtaq</dc:creator>
  <cp:lastModifiedBy>M Amir Mushtaq</cp:lastModifiedBy>
  <cp:revision>29</cp:revision>
  <dcterms:created xsi:type="dcterms:W3CDTF">2026-04-18T03:18:15Z</dcterms:created>
  <dcterms:modified xsi:type="dcterms:W3CDTF">2026-05-02T01:45:13Z</dcterms:modified>
</cp:coreProperties>
</file>